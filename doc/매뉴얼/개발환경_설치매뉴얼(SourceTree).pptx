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4" r:id="rId9"/>
    <p:sldId id="265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00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1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05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93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24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42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31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08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2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855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164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8D933-2F53-45D7-9460-5D128D4E54D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F6C93-D820-4D72-A658-A55DD13AA1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69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urcetreeapp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oobo.online:4000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SourceTree</a:t>
            </a:r>
            <a:r>
              <a:rPr lang="ko-KR" altLang="en-US" dirty="0"/>
              <a:t> 설치 매뉴얼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274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6419" y="2060020"/>
            <a:ext cx="7779161" cy="43513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424E50-764C-A63D-3627-0B50FAF3D79A}"/>
              </a:ext>
            </a:extLst>
          </p:cNvPr>
          <p:cNvSpPr txBox="1"/>
          <p:nvPr/>
        </p:nvSpPr>
        <p:spPr>
          <a:xfrm>
            <a:off x="838200" y="1690688"/>
            <a:ext cx="5343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3"/>
              </a:rPr>
              <a:t>https://www.sourcetreeapp.com</a:t>
            </a:r>
            <a:r>
              <a:rPr lang="en-US" altLang="ko-KR" dirty="0"/>
              <a:t> </a:t>
            </a:r>
            <a:r>
              <a:rPr lang="ko-KR" altLang="en-US" dirty="0"/>
              <a:t>접속 및 다운로드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04BF93-125E-9615-21A9-EEEA36568604}"/>
              </a:ext>
            </a:extLst>
          </p:cNvPr>
          <p:cNvSpPr/>
          <p:nvPr/>
        </p:nvSpPr>
        <p:spPr>
          <a:xfrm>
            <a:off x="2279650" y="4584700"/>
            <a:ext cx="1879600" cy="444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61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90390-4B5B-363D-D74D-2D1AF3AA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4BBDA9-1FF9-A5AA-4512-A7D441C28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2" t="1160"/>
          <a:stretch>
            <a:fillRect/>
          </a:stretch>
        </p:blipFill>
        <p:spPr>
          <a:xfrm>
            <a:off x="3136899" y="1949450"/>
            <a:ext cx="5964657" cy="41523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8A0E683-2042-FEE1-0358-A9698A5B22CE}"/>
              </a:ext>
            </a:extLst>
          </p:cNvPr>
          <p:cNvSpPr/>
          <p:nvPr/>
        </p:nvSpPr>
        <p:spPr>
          <a:xfrm>
            <a:off x="3276600" y="4057650"/>
            <a:ext cx="3683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E1368E-A58B-76F5-C690-432EB829BA0C}"/>
              </a:ext>
            </a:extLst>
          </p:cNvPr>
          <p:cNvSpPr/>
          <p:nvPr/>
        </p:nvSpPr>
        <p:spPr>
          <a:xfrm>
            <a:off x="6642100" y="5416550"/>
            <a:ext cx="1409700" cy="476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207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8916" y="1938843"/>
            <a:ext cx="6754168" cy="412490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4007C70-4522-3FA1-0255-7DF03DD322F3}"/>
              </a:ext>
            </a:extLst>
          </p:cNvPr>
          <p:cNvSpPr/>
          <p:nvPr/>
        </p:nvSpPr>
        <p:spPr>
          <a:xfrm>
            <a:off x="7747000" y="5556250"/>
            <a:ext cx="920750" cy="323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18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258" y="1957896"/>
            <a:ext cx="6687483" cy="408679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60694C0E-B16D-7601-A76E-F22B35EDC031}"/>
              </a:ext>
            </a:extLst>
          </p:cNvPr>
          <p:cNvSpPr/>
          <p:nvPr/>
        </p:nvSpPr>
        <p:spPr>
          <a:xfrm>
            <a:off x="8655050" y="5543550"/>
            <a:ext cx="622300" cy="330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646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9863" y="1943607"/>
            <a:ext cx="6792273" cy="411537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5DCF5089-8CF3-B3A4-D5FC-6DF30B32E514}"/>
              </a:ext>
            </a:extLst>
          </p:cNvPr>
          <p:cNvSpPr/>
          <p:nvPr/>
        </p:nvSpPr>
        <p:spPr>
          <a:xfrm>
            <a:off x="5092700" y="2933700"/>
            <a:ext cx="1663700" cy="2095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BD5F37C-51E0-BE0B-FE52-525964763D83}"/>
              </a:ext>
            </a:extLst>
          </p:cNvPr>
          <p:cNvSpPr/>
          <p:nvPr/>
        </p:nvSpPr>
        <p:spPr>
          <a:xfrm>
            <a:off x="5092700" y="3362325"/>
            <a:ext cx="1663700" cy="2095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C1CD5-5CBF-12E1-D4F6-9947A095169D}"/>
              </a:ext>
            </a:extLst>
          </p:cNvPr>
          <p:cNvSpPr txBox="1"/>
          <p:nvPr/>
        </p:nvSpPr>
        <p:spPr>
          <a:xfrm>
            <a:off x="5087390" y="2899975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디폴트 아이디 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4A3DC-CF63-50F6-CFFE-A38C1146EB31}"/>
              </a:ext>
            </a:extLst>
          </p:cNvPr>
          <p:cNvSpPr txBox="1"/>
          <p:nvPr/>
        </p:nvSpPr>
        <p:spPr>
          <a:xfrm>
            <a:off x="5087390" y="3328600"/>
            <a:ext cx="1524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디폴트 이메일 입력</a:t>
            </a:r>
          </a:p>
        </p:txBody>
      </p:sp>
    </p:spTree>
    <p:extLst>
      <p:ext uri="{BB962C8B-B14F-4D97-AF65-F5344CB8AC3E}">
        <p14:creationId xmlns:p14="http://schemas.microsoft.com/office/powerpoint/2010/main" val="2194834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871EB-16B2-D0F7-1C34-9647C48A3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71D16D-B131-6E18-430D-ADE18FEDBE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70" r="-1"/>
          <a:stretch>
            <a:fillRect/>
          </a:stretch>
        </p:blipFill>
        <p:spPr>
          <a:xfrm>
            <a:off x="3994150" y="3353503"/>
            <a:ext cx="4245274" cy="12955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63BD9F6-E9DF-F4F6-A4BE-1FCD09629B9D}"/>
              </a:ext>
            </a:extLst>
          </p:cNvPr>
          <p:cNvSpPr/>
          <p:nvPr/>
        </p:nvSpPr>
        <p:spPr>
          <a:xfrm>
            <a:off x="7512050" y="4343400"/>
            <a:ext cx="6604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92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46B382-D916-2168-5D86-E52A90684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41" y="2494893"/>
            <a:ext cx="4826517" cy="30128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1E1B550-A7AE-A8BF-B195-0882C0A25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D67F3B-7214-8A25-09C2-E8CE48A73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>
                <a:hlinkClick r:id="rId3"/>
              </a:rPr>
              <a:t>http://woobo.online:4000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317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6F276-F8D7-47AB-9556-5FA771F5C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15467-34BE-5ED6-EA3B-9649B533C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213982-EFA0-AD62-C2AD-AC6114A4E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4991797" cy="3743847"/>
          </a:xfrm>
          <a:prstGeom prst="rect">
            <a:avLst/>
          </a:prstGeom>
        </p:spPr>
      </p:pic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52F560-2B7A-891E-9C20-B01AC6548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348" y="1910972"/>
            <a:ext cx="6153956" cy="325157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BFD9798-DE85-F993-ADED-DCD7CB3062E6}"/>
              </a:ext>
            </a:extLst>
          </p:cNvPr>
          <p:cNvSpPr/>
          <p:nvPr/>
        </p:nvSpPr>
        <p:spPr>
          <a:xfrm>
            <a:off x="838200" y="4140200"/>
            <a:ext cx="1905000" cy="317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B68C99-174D-83DA-E1B7-D2A35703E937}"/>
              </a:ext>
            </a:extLst>
          </p:cNvPr>
          <p:cNvSpPr/>
          <p:nvPr/>
        </p:nvSpPr>
        <p:spPr>
          <a:xfrm>
            <a:off x="9664700" y="3625850"/>
            <a:ext cx="1562100" cy="2603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010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1E8E8C4A-3375-B1A9-74C6-D31FEB2DC55E}"/>
              </a:ext>
            </a:extLst>
          </p:cNvPr>
          <p:cNvSpPr/>
          <p:nvPr/>
        </p:nvSpPr>
        <p:spPr>
          <a:xfrm>
            <a:off x="325304" y="2459772"/>
            <a:ext cx="3681546" cy="34076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86EE54-AF63-A2BE-1AFC-1058DA590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BEED7E-D8B1-5662-A5A1-DAAD6E992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304" y="2459772"/>
            <a:ext cx="1914792" cy="847843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2FAB8D-3A4D-5B58-86FF-5B22ACA99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04" y="3307615"/>
            <a:ext cx="3633838" cy="246729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8645C0-7F93-FE52-74EC-2FC0B389AB65}"/>
              </a:ext>
            </a:extLst>
          </p:cNvPr>
          <p:cNvSpPr/>
          <p:nvPr/>
        </p:nvSpPr>
        <p:spPr>
          <a:xfrm>
            <a:off x="580122" y="3994150"/>
            <a:ext cx="3198127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3242C-80C5-90AD-9189-89D49BDD28AD}"/>
              </a:ext>
            </a:extLst>
          </p:cNvPr>
          <p:cNvSpPr txBox="1"/>
          <p:nvPr/>
        </p:nvSpPr>
        <p:spPr>
          <a:xfrm>
            <a:off x="4089400" y="39042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http://woobo.online:4000/woobo/sriver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3584D33-4F78-E4CA-BB18-CC6E88281F6F}"/>
              </a:ext>
            </a:extLst>
          </p:cNvPr>
          <p:cNvSpPr/>
          <p:nvPr/>
        </p:nvSpPr>
        <p:spPr>
          <a:xfrm>
            <a:off x="580122" y="4298950"/>
            <a:ext cx="3198127" cy="52070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A68CA1-2645-2AB5-E928-307F83937CA7}"/>
              </a:ext>
            </a:extLst>
          </p:cNvPr>
          <p:cNvSpPr txBox="1"/>
          <p:nvPr/>
        </p:nvSpPr>
        <p:spPr>
          <a:xfrm>
            <a:off x="1430954" y="4314824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로컬 저장 경로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DA554F-3EBD-6560-1292-3A1B1F819389}"/>
              </a:ext>
            </a:extLst>
          </p:cNvPr>
          <p:cNvSpPr txBox="1"/>
          <p:nvPr/>
        </p:nvSpPr>
        <p:spPr>
          <a:xfrm>
            <a:off x="1410109" y="3945492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원격 소스 경로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4C88D-C08A-A404-65F8-699D1048F57F}"/>
              </a:ext>
            </a:extLst>
          </p:cNvPr>
          <p:cNvSpPr txBox="1"/>
          <p:nvPr/>
        </p:nvSpPr>
        <p:spPr>
          <a:xfrm>
            <a:off x="4089400" y="43148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저장할 폴더 새로 </a:t>
            </a:r>
            <a:r>
              <a:rPr lang="ko-KR" altLang="en-US" dirty="0" err="1"/>
              <a:t>생성해야함</a:t>
            </a:r>
            <a:r>
              <a:rPr lang="en-US" altLang="ko-KR" dirty="0"/>
              <a:t>(</a:t>
            </a:r>
            <a:r>
              <a:rPr lang="ko-KR" altLang="en-US" dirty="0"/>
              <a:t>빈 폴더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622E24-4C12-F067-F431-5CF09CD08464}"/>
              </a:ext>
            </a:extLst>
          </p:cNvPr>
          <p:cNvSpPr/>
          <p:nvPr/>
        </p:nvSpPr>
        <p:spPr>
          <a:xfrm>
            <a:off x="592823" y="5536782"/>
            <a:ext cx="505728" cy="13071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312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E31BA-B9DE-2D49-0F1E-53788076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A22293-64A2-0B0D-12EC-8BFC7859F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22" b="2220"/>
          <a:stretch>
            <a:fillRect/>
          </a:stretch>
        </p:blipFill>
        <p:spPr>
          <a:xfrm>
            <a:off x="838200" y="1778794"/>
            <a:ext cx="10471150" cy="1713706"/>
          </a:xfrm>
          <a:prstGeom prst="rect">
            <a:avLst/>
          </a:prstGeom>
        </p:spPr>
      </p:pic>
      <p:pic>
        <p:nvPicPr>
          <p:cNvPr id="7" name="그림 6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6E2B52-6332-D413-B87C-DE0BC7E71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92500"/>
            <a:ext cx="8431966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66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B54D0B-A4EC-B918-7604-BFFB7AB07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명령어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74B7E5-5545-6F15-39FC-564FA2A83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커밋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내 </a:t>
            </a:r>
            <a:r>
              <a:rPr lang="en-US" altLang="ko-KR" dirty="0"/>
              <a:t>PC</a:t>
            </a:r>
            <a:r>
              <a:rPr lang="ko-KR" altLang="en-US" dirty="0"/>
              <a:t>의 파일을 로컬 </a:t>
            </a:r>
            <a:r>
              <a:rPr lang="en-US" altLang="ko-KR" dirty="0"/>
              <a:t>git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en-US" altLang="ko-KR" dirty="0"/>
              <a:t>Pull -&gt; </a:t>
            </a:r>
            <a:r>
              <a:rPr lang="ko-KR" altLang="en-US" dirty="0"/>
              <a:t>원격 소스를 내 로컬로 끌어당기기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Push -&gt; </a:t>
            </a:r>
            <a:r>
              <a:rPr lang="ko-KR" altLang="en-US" dirty="0"/>
              <a:t>로컬 소스를 원격으로 올리기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Pull -&gt; Commit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Push </a:t>
            </a:r>
            <a:r>
              <a:rPr lang="ko-KR" altLang="en-US" dirty="0"/>
              <a:t>순서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패치</a:t>
            </a:r>
            <a:r>
              <a:rPr lang="en-US" altLang="ko-KR" dirty="0"/>
              <a:t>(History </a:t>
            </a:r>
            <a:r>
              <a:rPr lang="ko-KR" altLang="en-US" dirty="0"/>
              <a:t>수정이력 만 가지고 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AC82E6-377F-7CD1-4C13-0E252A0F326D}"/>
              </a:ext>
            </a:extLst>
          </p:cNvPr>
          <p:cNvSpPr/>
          <p:nvPr/>
        </p:nvSpPr>
        <p:spPr>
          <a:xfrm>
            <a:off x="704850" y="3765550"/>
            <a:ext cx="5892800" cy="66040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481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12D4C-FAA0-67DC-A95D-C6A08DE1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커밋하는 방법</a:t>
            </a:r>
          </a:p>
        </p:txBody>
      </p:sp>
      <p:pic>
        <p:nvPicPr>
          <p:cNvPr id="5" name="내용 개체 틀 4" descr="텍스트, 소프트웨어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283BF3-212A-B833-D203-0711EE22C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987" y="1825625"/>
            <a:ext cx="9766025" cy="435133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41268FC-9B0D-CFA7-4AFF-5E02E31F2E39}"/>
              </a:ext>
            </a:extLst>
          </p:cNvPr>
          <p:cNvSpPr/>
          <p:nvPr/>
        </p:nvSpPr>
        <p:spPr>
          <a:xfrm>
            <a:off x="4838700" y="3644900"/>
            <a:ext cx="1257300" cy="25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4C76807-8C75-A2A0-36C3-82FFADBA5353}"/>
              </a:ext>
            </a:extLst>
          </p:cNvPr>
          <p:cNvCxnSpPr/>
          <p:nvPr/>
        </p:nvCxnSpPr>
        <p:spPr>
          <a:xfrm flipV="1">
            <a:off x="2159000" y="2406650"/>
            <a:ext cx="0" cy="1549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40DEF623-F1B8-5B47-E15D-4BE0F50A9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87" y="3898900"/>
            <a:ext cx="2120761" cy="1413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03EBF6-8705-EA1D-CBDA-CDFC50E09DCF}"/>
              </a:ext>
            </a:extLst>
          </p:cNvPr>
          <p:cNvSpPr txBox="1"/>
          <p:nvPr/>
        </p:nvSpPr>
        <p:spPr>
          <a:xfrm>
            <a:off x="2875246" y="4068435"/>
            <a:ext cx="3220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커밋</a:t>
            </a:r>
            <a:r>
              <a:rPr lang="en-US" altLang="ko-KR" dirty="0"/>
              <a:t>(</a:t>
            </a:r>
            <a:r>
              <a:rPr lang="ko-KR" altLang="en-US" dirty="0"/>
              <a:t>업로드</a:t>
            </a:r>
            <a:r>
              <a:rPr lang="en-US" altLang="ko-KR" dirty="0"/>
              <a:t>) </a:t>
            </a:r>
            <a:r>
              <a:rPr lang="ko-KR" altLang="en-US" dirty="0"/>
              <a:t>파일 선택 후 </a:t>
            </a:r>
            <a:br>
              <a:rPr lang="en-US" altLang="ko-KR" dirty="0"/>
            </a:br>
            <a:r>
              <a:rPr lang="ko-KR" altLang="en-US" dirty="0"/>
              <a:t>선택 내용 스테이지에 올리기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09E697-89D0-856C-D644-3EA214F35204}"/>
              </a:ext>
            </a:extLst>
          </p:cNvPr>
          <p:cNvSpPr txBox="1"/>
          <p:nvPr/>
        </p:nvSpPr>
        <p:spPr>
          <a:xfrm>
            <a:off x="2875246" y="5530632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 err="1"/>
              <a:t>커밋</a:t>
            </a:r>
            <a:r>
              <a:rPr lang="ko-KR" altLang="en-US" dirty="0"/>
              <a:t> 내용 입력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AE070A-CDF5-785A-60F9-8B61B1DF10A4}"/>
              </a:ext>
            </a:extLst>
          </p:cNvPr>
          <p:cNvSpPr txBox="1"/>
          <p:nvPr/>
        </p:nvSpPr>
        <p:spPr>
          <a:xfrm>
            <a:off x="9688796" y="6183095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 err="1"/>
              <a:t>커밋</a:t>
            </a:r>
            <a:r>
              <a:rPr lang="ko-KR" altLang="en-US" dirty="0"/>
              <a:t> 버튼 클릭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E3EF7BF-1195-61CE-6835-8F26EC882766}"/>
              </a:ext>
            </a:extLst>
          </p:cNvPr>
          <p:cNvSpPr/>
          <p:nvPr/>
        </p:nvSpPr>
        <p:spPr>
          <a:xfrm>
            <a:off x="1415466" y="5530632"/>
            <a:ext cx="4051883" cy="470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A14291-8828-3706-F813-79B62F6AA49E}"/>
              </a:ext>
            </a:extLst>
          </p:cNvPr>
          <p:cNvSpPr/>
          <p:nvPr/>
        </p:nvSpPr>
        <p:spPr>
          <a:xfrm>
            <a:off x="10388600" y="5949949"/>
            <a:ext cx="583924" cy="2270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580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117</Words>
  <Application>Microsoft Office PowerPoint</Application>
  <PresentationFormat>와이드스크린</PresentationFormat>
  <Paragraphs>21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SourceTree 설치 매뉴얼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명령어</vt:lpstr>
      <vt:lpstr>커밋하는 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Admin</cp:lastModifiedBy>
  <cp:revision>7</cp:revision>
  <dcterms:created xsi:type="dcterms:W3CDTF">2025-09-05T12:55:58Z</dcterms:created>
  <dcterms:modified xsi:type="dcterms:W3CDTF">2026-01-13T06:59:35Z</dcterms:modified>
</cp:coreProperties>
</file>